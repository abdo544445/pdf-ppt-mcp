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MasterIdLst/>
  <p:sldSz cx="9144000" cy="6858000"/>
  <p:notesSz cx="6858000" cy="9144000"/>
  <p:sldIdLst>
    <p:sldId xmlns:r="http://schemas.openxmlformats.org/officeDocument/2006/relationships" id="256" r:id="rId1"/>
    <p:sldId xmlns:r="http://schemas.openxmlformats.org/officeDocument/2006/relationships"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 1: Introduction to the MCP Document Reader</a:t>
            </a:r>
          </a:p>
          <a:p>
            <a:r>
              <a:t>This server reads PDFs, Word, Excel, and PowerPoint documents.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 2: Features and Benefits</a:t>
            </a:r>
          </a:p>
          <a:p>
            <a:r>
              <a:t>Context-efficient reading by page, chunk, or sheet. Search across the entire document.</a:t>
            </a:r>
          </a:p>
        </p:txBody>
      </p:sp>
    </p:spTree>
  </p:cSld>
</p:sld>
</file>